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5e947f4624383" /><Relationship Type="http://schemas.openxmlformats.org/officeDocument/2006/relationships/extended-properties" Target="/docProps/app.xml" Id="R8154e63d874749b2" /><Relationship Type="http://schemas.openxmlformats.org/officeDocument/2006/relationships/officeDocument" Target="/ppt/presentation.xml" Id="Rf74b366d7fb0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1c4c61af74f27"/>
  </p:sldMasterIdLst>
  <p:notesMasterIdLst>
    <p:notesMasterId xmlns:r="http://schemas.openxmlformats.org/officeDocument/2006/relationships" r:id="R5eeeed96281f4dac"/>
  </p:notesMasterIdLst>
  <p:sldIdLst>
    <p:sldId xmlns:r="http://schemas.openxmlformats.org/officeDocument/2006/relationships" id="256" r:id="R93e69050d7d74156"/>
    <p:sldId xmlns:r="http://schemas.openxmlformats.org/officeDocument/2006/relationships" id="257" r:id="Rd1feba9a8fe24025"/>
    <p:sldId xmlns:r="http://schemas.openxmlformats.org/officeDocument/2006/relationships" id="258" r:id="Rdb1ac91422de460f"/>
    <p:sldId xmlns:r="http://schemas.openxmlformats.org/officeDocument/2006/relationships" id="259" r:id="R7581d47a0b614c08"/>
    <p:sldId xmlns:r="http://schemas.openxmlformats.org/officeDocument/2006/relationships" id="260" r:id="R2c02a57088f54e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1cf31f09ca4f29" /><Relationship Type="http://schemas.openxmlformats.org/officeDocument/2006/relationships/slideMaster" Target="/ppt/slideMasters/slideMaster1.xml" Id="Rb511c4c61af74f27" /><Relationship Type="http://schemas.openxmlformats.org/officeDocument/2006/relationships/notesMaster" Target="/ppt/notesMasters/notesMaster1.xml" Id="R5eeeed96281f4dac" /><Relationship Type="http://schemas.openxmlformats.org/officeDocument/2006/relationships/presProps" Target="/ppt/presProps.xml" Id="R3681f19e411142c5" /><Relationship Type="http://schemas.openxmlformats.org/officeDocument/2006/relationships/tableStyles" Target="/ppt/tableStyles.xml" Id="Rc7182cc1de4f4f79" /><Relationship Type="http://schemas.openxmlformats.org/officeDocument/2006/relationships/slide" Target="/ppt/slides/slide1.xml" Id="R93e69050d7d74156" /><Relationship Type="http://schemas.openxmlformats.org/officeDocument/2006/relationships/slide" Target="/ppt/slides/slide2.xml" Id="Rd1feba9a8fe24025" /><Relationship Type="http://schemas.openxmlformats.org/officeDocument/2006/relationships/slide" Target="/ppt/slides/slide3.xml" Id="Rdb1ac91422de460f" /><Relationship Type="http://schemas.openxmlformats.org/officeDocument/2006/relationships/slide" Target="/ppt/slides/slide4.xml" Id="R7581d47a0b614c08" /><Relationship Type="http://schemas.openxmlformats.org/officeDocument/2006/relationships/slide" Target="/ppt/slides/slide5.xml" Id="R2c02a57088f54e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b56b9fdb78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1e9b21f1a4e46" /><Relationship Type="http://schemas.openxmlformats.org/officeDocument/2006/relationships/notesMaster" Target="/ppt/notesMasters/notesMaster1.xml" Id="Rf5db8874c3ac4e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b2da9c2c474216" /><Relationship Type="http://schemas.openxmlformats.org/officeDocument/2006/relationships/notesMaster" Target="/ppt/notesMasters/notesMaster1.xml" Id="R35f211869e724d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146895502d429f" /><Relationship Type="http://schemas.openxmlformats.org/officeDocument/2006/relationships/notesMaster" Target="/ppt/notesMasters/notesMaster1.xml" Id="R3dc21aa7d4f847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08346a1b19405f" /><Relationship Type="http://schemas.openxmlformats.org/officeDocument/2006/relationships/notesMaster" Target="/ppt/notesMasters/notesMaster1.xml" Id="R371d7d5c37b94f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6f8154de8e4135" /><Relationship Type="http://schemas.openxmlformats.org/officeDocument/2006/relationships/notesMaster" Target="/ppt/notesMasters/notesMaster1.xml" Id="Rf710c60bd9f040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d986691b548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d90b04482945fc" /><Relationship Type="http://schemas.openxmlformats.org/officeDocument/2006/relationships/slideLayout" Target="/ppt/slideLayouts/slideLayout1.xml" Id="R76b27df99fca42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b27df99fca42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fba0fbafd4584" /><Relationship Type="http://schemas.openxmlformats.org/officeDocument/2006/relationships/notesSlide" Target="/ppt/notesSlides/notesSlide1.xml" Id="R25fa8a770a6e43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5d5a3d15b486c" /><Relationship Type="http://schemas.openxmlformats.org/officeDocument/2006/relationships/notesSlide" Target="/ppt/notesSlides/notesSlide2.xml" Id="Raa6ed899bf9a4d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52e5b9fa84500" /><Relationship Type="http://schemas.openxmlformats.org/officeDocument/2006/relationships/notesSlide" Target="/ppt/notesSlides/notesSlide3.xml" Id="Rd32c004a57164d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d5cc9d4434583" /><Relationship Type="http://schemas.openxmlformats.org/officeDocument/2006/relationships/notesSlide" Target="/ppt/notesSlides/notesSlide4.xml" Id="R2f23df4c1c6948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b3ff0ee0c444d" /><Relationship Type="http://schemas.openxmlformats.org/officeDocument/2006/relationships/notesSlide" Target="/ppt/notesSlides/notesSlide5.xml" Id="R59b20356026c43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1F884-D2B8-4B58-B85B-B52EC1C2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4DF"/>
                </a:solidFill>
              </a:defRPr>
            </a:pPr>
            <a:r>
              <a:rPr sz="1050" b="1">
                <a:solidFill>
                  <a:srgbClr val="2374DF"/>
                </a:solidFill>
              </a:rPr>
              <a:t>PROJECT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B089C-043A-4D95-92D6-0DA7A1FC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940"/>
                </a:solidFill>
              </a:defRPr>
            </a:pPr>
            <a:r>
              <a:rPr sz="4650" b="1">
                <a:solidFill>
                  <a:srgbClr val="102940"/>
                </a:solidFill>
              </a:rPr>
              <a:t>Weather Data</a:t>
            </a:r>
          </a:p>
          <a:p xmlns:a="http://schemas.openxmlformats.org/drawingml/2006/main">
            <a:pPr>
              <a:defRPr sz="4650" b="1">
                <a:solidFill>
                  <a:srgbClr val="102940"/>
                </a:solidFill>
              </a:defRPr>
            </a:pPr>
            <a:r>
              <a:rPr sz="4650" b="1">
                <a:solidFill>
                  <a:srgbClr val="102940"/>
                </a:solidFill>
              </a:rPr>
              <a:t>Compression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332F5-C9ED-4555-8C87-254B5F9F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78B"/>
                </a:solidFill>
              </a:defRPr>
            </a:pPr>
            <a:r>
              <a:rPr sz="1800" b="0">
                <a:solidFill>
                  <a:srgbClr val="60778B"/>
                </a:solidFill>
              </a:rPr>
              <a:t>A local Python web app that compares lossless weather-data compression methods and proves exact reconstruction.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4ED5F-9F5B-4CFA-AD74-E8B6AE71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0490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E47FC-53C5-4201-9ECD-C46D5E9A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940"/>
                </a:solidFill>
              </a:defRPr>
            </a:pPr>
            <a:r>
              <a:rPr sz="2325" b="1">
                <a:solidFill>
                  <a:srgbClr val="102940"/>
                </a:solidFill>
              </a:rPr>
              <a:t>Temperature</a:t>
            </a:r>
          </a:p>
          <a:p xmlns:a="http://schemas.openxmlformats.org/drawingml/2006/main">
            <a:pPr>
              <a:defRPr sz="2325" b="1">
                <a:solidFill>
                  <a:srgbClr val="102940"/>
                </a:solidFill>
              </a:defRPr>
            </a:pPr>
            <a:r>
              <a:rPr sz="2325" b="1">
                <a:solidFill>
                  <a:srgbClr val="102940"/>
                </a:solidFill>
              </a:rPr>
              <a:t>Humidity</a:t>
            </a:r>
          </a:p>
          <a:p xmlns:a="http://schemas.openxmlformats.org/drawingml/2006/main">
            <a:pPr>
              <a:defRPr sz="2325" b="1">
                <a:solidFill>
                  <a:srgbClr val="102940"/>
                </a:solidFill>
              </a:defRPr>
            </a:pPr>
            <a:r>
              <a:rPr sz="2325" b="1">
                <a:solidFill>
                  <a:srgbClr val="102940"/>
                </a:solidFill>
              </a:rPr>
              <a:t>Wind 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C903C-40D1-4209-B6A1-210DE93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74DF"/>
                </a:solidFill>
              </a:defRPr>
            </a:pPr>
            <a:r>
              <a:rPr sz="1725" b="1">
                <a:solidFill>
                  <a:srgbClr val="2374DF"/>
                </a:solidFill>
              </a:rPr>
              <a:t>Upload → compare → verify</a:t>
            </a:r>
          </a:p>
          <a:p xmlns:a="http://schemas.openxmlformats.org/drawingml/2006/main">
            <a:pPr>
              <a:defRPr sz="1725" b="1">
                <a:solidFill>
                  <a:srgbClr val="2374DF"/>
                </a:solidFill>
              </a:defRPr>
            </a:pPr>
            <a:r>
              <a:rPr sz="1725" b="1">
                <a:solidFill>
                  <a:srgbClr val="2374DF"/>
                </a:solidFill>
              </a:rPr>
              <a:t>→ explain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A1E09-52D9-4D29-B050-FA09B4E5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84B"/>
                </a:solidFill>
              </a:defRPr>
            </a:pPr>
            <a:r>
              <a:rPr sz="1350" b="1">
                <a:solidFill>
                  <a:srgbClr val="08784B"/>
                </a:solidFill>
              </a:rPr>
              <a:t>QA automation · APIs · lossless data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1C5E9-FC02-4FFD-A8E8-32AE779B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Data Compression Lab  ·  Recruiter Demo  ·  1/5</a:t>
            </a:r>
          </a:p>
        </p:txBody>
      </p:sp>
    </p:spTree>
    <p:extLst>
      <p:ext uri="{BB962C8B-B14F-4D97-AF65-F5344CB8AC3E}">
        <p14:creationId xmlns:p14="http://schemas.microsoft.com/office/powerpoint/2010/main" val="1562326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DD8AC-7CDF-4ABC-9037-F99999B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940"/>
                </a:solidFill>
              </a:defRPr>
            </a:pPr>
            <a:r>
              <a:rPr sz="3000" b="1">
                <a:solidFill>
                  <a:srgbClr val="102940"/>
                </a:solidFill>
              </a:rPr>
              <a:t>The project answers one practical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37844-796E-41B1-B07C-E2D37FF8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78B"/>
                </a:solidFill>
              </a:defRPr>
            </a:pPr>
            <a:r>
              <a:rPr sz="1800" b="0">
                <a:solidFill>
                  <a:srgbClr val="60778B"/>
                </a:solidFill>
              </a:rPr>
              <a:t>Can weather data be made smaller without changing a single original byte?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36B83-5645-40D8-9414-48A4ADD9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0956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B8ADF-5FB8-41EF-9780-432988F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74DF"/>
                </a:solidFill>
              </a:defRPr>
            </a:pPr>
            <a:r>
              <a:rPr sz="2400" b="1">
                <a:solidFill>
                  <a:srgbClr val="2374D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4962A-00CC-4E5F-AA6D-CFC58A99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40"/>
                </a:solidFill>
              </a:defRPr>
            </a:pPr>
            <a:r>
              <a:rPr sz="2100" b="1">
                <a:solidFill>
                  <a:srgbClr val="102940"/>
                </a:solidFill>
              </a:rPr>
              <a:t>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39F5C-65C1-43ED-B034-DCC4A541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A JSON, CSV, or TXT weather-data 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4348C-F398-403C-B882-04C29574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38375"/>
            <a:ext cx="30956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C07D4-99D1-4E77-88EE-08D5AC43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74DF"/>
                </a:solidFill>
              </a:defRPr>
            </a:pPr>
            <a:r>
              <a:rPr sz="2400" b="1">
                <a:solidFill>
                  <a:srgbClr val="2374D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3BCBC-A033-465A-9A18-9E8FBB05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40"/>
                </a:solidFill>
              </a:defRPr>
            </a:pPr>
            <a:r>
              <a:rPr sz="2100" b="1">
                <a:solidFill>
                  <a:srgbClr val="102940"/>
                </a:solidFill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14375-F11F-4A16-A1A1-776CA5A8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00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Trained weather codec versus standard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B3CE2-4083-484A-9DA2-DB5B7420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30956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8E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D6119-0AA4-4848-BAE6-94C7D14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84B"/>
                </a:solidFill>
              </a:defRPr>
            </a:pPr>
            <a:r>
              <a:rPr sz="2400" b="1">
                <a:solidFill>
                  <a:srgbClr val="08784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44743-F477-4DAE-9D71-BD28DBD9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940"/>
                </a:solidFill>
              </a:defRPr>
            </a:pPr>
            <a:r>
              <a:rPr sz="2100" b="1">
                <a:solidFill>
                  <a:srgbClr val="102940"/>
                </a:solidFill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D94D2-B312-4BFF-A109-C805B520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Decode every result and compare exact bytes.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55651-95D6-4BC4-A696-302B8B7A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84B"/>
                </a:solidFill>
              </a:defRPr>
            </a:pPr>
            <a:r>
              <a:rPr sz="1650" b="1">
                <a:solidFill>
                  <a:srgbClr val="08784B"/>
                </a:solidFill>
              </a:rPr>
              <a:t>Result: the dashboard only reports success after exact recovery is verified.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326BA-2F61-4E94-9E01-0289DCD1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Data Compression Lab  ·  Recruiter Demo  ·  2/5</a:t>
            </a:r>
          </a:p>
        </p:txBody>
      </p:sp>
    </p:spTree>
    <p:extLst>
      <p:ext uri="{BB962C8B-B14F-4D97-AF65-F5344CB8AC3E}">
        <p14:creationId xmlns:p14="http://schemas.microsoft.com/office/powerpoint/2010/main" val="1495477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EA1E1-9E75-42EC-9D0D-CDED8520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940"/>
                </a:solidFill>
              </a:defRPr>
            </a:pPr>
            <a:r>
              <a:rPr sz="3000" b="1">
                <a:solidFill>
                  <a:srgbClr val="102940"/>
                </a:solidFill>
              </a:rPr>
              <a:t>Why compare two approaches?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92F2C-9ABD-4456-910D-033FA2C5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78B"/>
                </a:solidFill>
              </a:defRPr>
            </a:pPr>
            <a:r>
              <a:rPr sz="1650" b="0">
                <a:solidFill>
                  <a:srgbClr val="60778B"/>
                </a:solidFill>
              </a:rPr>
              <a:t>The tool avoids the claim that one method is always best.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0DC33-A964-4641-B9B3-D1F3EC78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8E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F4429-CA6C-4BE5-96A1-0D42EC7E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940"/>
                </a:solidFill>
              </a:defRPr>
            </a:pPr>
            <a:r>
              <a:rPr sz="2250" b="1">
                <a:solidFill>
                  <a:srgbClr val="102940"/>
                </a:solidFill>
              </a:rPr>
              <a:t>Sensor-aware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2132E-5026-4F3F-9794-1D9A45B9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78B"/>
                </a:solidFill>
              </a:defRPr>
            </a:pPr>
            <a:r>
              <a:rPr sz="1425" b="0">
                <a:solidFill>
                  <a:srgbClr val="60778B"/>
                </a:solidFill>
              </a:rPr>
              <a:t>Uses a fixed weather profile trained on representative historical payloads. It predicts bytes and stores the exact differences.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1456F-3317-4598-BC9F-E695516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84B"/>
                </a:solidFill>
              </a:defRPr>
            </a:pPr>
            <a:r>
              <a:rPr sz="1275" b="1">
                <a:solidFill>
                  <a:srgbClr val="08784B"/>
                </a:solidFill>
              </a:rPr>
              <a:t>Best for: structured, similar weather streams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497B5-84C8-4626-B461-AD41533F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857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F4C20-CBDC-40B6-88EA-8C19C25D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940"/>
                </a:solidFill>
              </a:defRPr>
            </a:pPr>
            <a:r>
              <a:rPr sz="2250" b="1">
                <a:solidFill>
                  <a:srgbClr val="102940"/>
                </a:solidFill>
              </a:rPr>
              <a:t>Standard methods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45AF0-7C15-4373-A95E-BF35C899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778B"/>
                </a:solidFill>
              </a:defRPr>
            </a:pPr>
            <a:r>
              <a:rPr sz="1425" b="0">
                <a:solidFill>
                  <a:srgbClr val="60778B"/>
                </a:solidFill>
              </a:rPr>
              <a:t>GZIP, zlib, BZ2, and LZMA see the data as general bytes. They are mature baselines for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00EF6-CE63-44CA-B4CF-CABF99B5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4DF"/>
                </a:solidFill>
              </a:defRPr>
            </a:pPr>
            <a:r>
              <a:rPr sz="1275" b="1">
                <a:solidFill>
                  <a:srgbClr val="2374DF"/>
                </a:solidFill>
              </a:rPr>
              <a:t>Best for: general or irregular payloads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FB3A5-E54F-4301-A26C-17978359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Both paths must return the identical original file.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BC54B-45B2-4ADD-B91E-8E0EBD0D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Data Compression Lab  ·  Recruiter Demo  ·  3/5</a:t>
            </a:r>
          </a:p>
        </p:txBody>
      </p:sp>
    </p:spTree>
    <p:extLst>
      <p:ext uri="{BB962C8B-B14F-4D97-AF65-F5344CB8AC3E}">
        <p14:creationId xmlns:p14="http://schemas.microsoft.com/office/powerpoint/2010/main" val="617773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ED853-4483-41B4-A35D-257B1F5F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940"/>
                </a:solidFill>
              </a:defRPr>
            </a:pPr>
            <a:r>
              <a:rPr sz="3000" b="1">
                <a:solidFill>
                  <a:srgbClr val="102940"/>
                </a:solidFill>
              </a:rPr>
              <a:t>The QA value is the proof, not only the percentage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4234-8DCB-460A-A33D-524C236C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78B"/>
                </a:solidFill>
              </a:defRPr>
            </a:pPr>
            <a:r>
              <a:rPr sz="1650" b="0">
                <a:solidFill>
                  <a:srgbClr val="60778B"/>
                </a:solidFill>
              </a:rPr>
              <a:t>The prototype turns a compression experiment into a safe, repeatable quality check.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D7AE-9A59-4DF3-8E55-78B18FA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4B"/>
          </a:solidFill>
          <a:ln xmlns:a="http://schemas.openxmlformats.org/drawingml/2006/main" w="0">
            <a:solidFill>
              <a:srgbClr val="0878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EF998-B856-42D4-BA8F-19A5CF2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Exact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33337-D6D2-4A4C-9172-9CB9C044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78B"/>
                </a:solidFill>
              </a:defRPr>
            </a:pPr>
            <a:r>
              <a:rPr sz="1275" b="0">
                <a:solidFill>
                  <a:srgbClr val="60778B"/>
                </a:solidFill>
              </a:rPr>
              <a:t>Hash and byte comparison confirm that temperature, humidity, and wind readings are unchanged.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062DC-B56C-43E0-B617-2789F2C0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4DF"/>
          </a:solidFill>
          <a:ln xmlns:a="http://schemas.openxmlformats.org/drawingml/2006/main" w="0">
            <a:solidFill>
              <a:srgbClr val="2374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251D3-B3F0-4640-BC31-AED226D0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Fair benchmarking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C471-0628-46DF-A971-B2B74F00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78B"/>
                </a:solidFill>
              </a:defRPr>
            </a:pPr>
            <a:r>
              <a:rPr sz="1275" b="0">
                <a:solidFill>
                  <a:srgbClr val="60778B"/>
                </a:solidFill>
              </a:rPr>
              <a:t>The same input is used for the trained method and every standard codec.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FB3F6-233E-42D0-A0C9-E0E164C5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06"/>
          </a:solidFill>
          <a:ln xmlns:a="http://schemas.openxmlformats.org/drawingml/2006/main" w="0">
            <a:solidFill>
              <a:srgbClr val="9C5B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B10C0-1133-45A5-A453-B43BB7D1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Safety scenarios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E5538-B627-4AF0-8979-C8750FC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46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78B"/>
                </a:solidFill>
              </a:defRPr>
            </a:pPr>
            <a:r>
              <a:rPr sz="1275" b="0">
                <a:solidFill>
                  <a:srgbClr val="60778B"/>
                </a:solidFill>
              </a:rPr>
              <a:t>The browser prototype demonstrates drift detection and rejection of a damaged packet.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93DA8-27BC-41FF-BE04-1A334733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4DF"/>
          </a:solidFill>
          <a:ln xmlns:a="http://schemas.openxmlformats.org/drawingml/2006/main" w="0">
            <a:solidFill>
              <a:srgbClr val="237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B8F7E-0F18-4B8A-9B21-8794749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Clear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1D685-333A-463D-B1FD-831AF485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78B"/>
                </a:solidFill>
              </a:defRPr>
            </a:pPr>
            <a:r>
              <a:rPr sz="1275" b="0">
                <a:solidFill>
                  <a:srgbClr val="60778B"/>
                </a:solidFill>
              </a:rPr>
              <a:t>The web app and Compression Passport communicate results for technical and non-technical audiences.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32E75-ABD6-4D5C-A42A-783188E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Data Compression Lab  ·  Recruiter Demo  ·  4/5</a:t>
            </a:r>
          </a:p>
        </p:txBody>
      </p:sp>
    </p:spTree>
    <p:extLst>
      <p:ext uri="{BB962C8B-B14F-4D97-AF65-F5344CB8AC3E}">
        <p14:creationId xmlns:p14="http://schemas.microsoft.com/office/powerpoint/2010/main" val="9989513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860C8-2DD7-4DF1-872C-7E8850E6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940"/>
                </a:solidFill>
              </a:defRPr>
            </a:pPr>
            <a:r>
              <a:rPr sz="3000" b="1">
                <a:solidFill>
                  <a:srgbClr val="102940"/>
                </a:solidFill>
              </a:rPr>
              <a:t>What I would bring to a data / AI quality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E3CB6-F72E-46D4-9245-E64CCF3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78B"/>
                </a:solidFill>
              </a:defRPr>
            </a:pPr>
            <a:r>
              <a:rPr sz="1650" b="0">
                <a:solidFill>
                  <a:srgbClr val="60778B"/>
                </a:solidFill>
              </a:rPr>
              <a:t>I combine practical QA automation with a learning project that makes AI-adjacent compression measurable and trustworthy.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DAA83-6991-4926-BF82-C55833DC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11A1D-2CB3-4EDA-8E2E-4178E9FD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940"/>
                </a:solidFill>
              </a:defRPr>
            </a:pPr>
            <a:r>
              <a:rPr sz="1875" b="1">
                <a:solidFill>
                  <a:srgbClr val="102940"/>
                </a:solidFill>
              </a:rPr>
              <a:t>Test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2171B-38BC-4E78-B9EC-8F2CFFF7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Repeatable tests, regression checks, API validation, and CI thinking.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774A6-84EA-4020-A534-8AC22242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4AFF6-14C6-4E94-AD57-58068AE5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09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940"/>
                </a:solidFill>
              </a:defRPr>
            </a:pPr>
            <a:r>
              <a:rPr sz="1875" b="1">
                <a:solidFill>
                  <a:srgbClr val="102940"/>
                </a:solidFill>
              </a:rPr>
              <a:t>Evidence mindset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744CF-96BB-4C50-AF66-80A51421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Measure bytes, timing, and exact recovery instead of relying on a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44ED9-BDBF-4322-BD00-76E0B6F8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6E21E-1D50-4A2D-A2FC-B8B23B2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940"/>
                </a:solidFill>
              </a:defRPr>
            </a:pPr>
            <a:r>
              <a:rPr sz="1875" b="1">
                <a:solidFill>
                  <a:srgbClr val="102940"/>
                </a:solidFill>
              </a:rPr>
              <a:t>Responsible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85B8C-3EEC-48BA-8FBD-C098E7AF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Keep the lossless path deterministic; use AI only to analyse or explain validated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E494F-A746-41EA-95FA-A2D0E8D1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74DF"/>
                </a:solidFill>
              </a:defRPr>
            </a:pPr>
            <a:r>
              <a:rPr sz="1875" b="1">
                <a:solidFill>
                  <a:srgbClr val="2374DF"/>
                </a:solidFill>
              </a:rPr>
              <a:t>Next conversation: How can this quality-first approach support your real data products?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BDA46-8C25-4ED8-BD6D-45614408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Data Compression Lab  ·  Recruiter Demo  ·  5/5</a:t>
            </a:r>
          </a:p>
        </p:txBody>
      </p:sp>
    </p:spTree>
    <p:extLst>
      <p:ext uri="{BB962C8B-B14F-4D97-AF65-F5344CB8AC3E}">
        <p14:creationId xmlns:p14="http://schemas.microsoft.com/office/powerpoint/2010/main" val="453918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2026-08-06T15:24:39.9280000Z</dcterms:created>
  <dcterms:modified xsi:type="dcterms:W3CDTF">2026-08-06T15:24:39.9280000Z</dcterms:modified>
</coreProperties>
</file>